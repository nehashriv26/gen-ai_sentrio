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Global Warming: A Planet at the Crossroads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the Mechanisms, Consequences, and Critical Tipping Points of Climate 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the Global Climate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Defining global warming as the sustained increase in Earth's average surface temperature due to human-induced greenhouse gas accumulation.</a:t>
            </a:r>
          </a:p>
          <a:p>
            <a:pPr>
              <a:defRPr sz="1600"/>
            </a:pPr>
            <a:r>
              <a:t>Recognizing the scientific consensus that current climate shifts are occurring at an unprecedented rate, threatening established ecological balances.</a:t>
            </a:r>
          </a:p>
          <a:p>
            <a:pPr>
              <a:defRPr sz="1600"/>
            </a:pPr>
            <a:r>
              <a:t>Setting the stage for a discussion on the transition from manageable environmental changes to irreversible systemic tipping 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Fundamental Drivers of Atmospheric Warming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Analysis of the greenhouse effect where gases like carbon dioxide and methane trap solar radiation, preventing heat from escaping back into space.</a:t>
            </a:r>
          </a:p>
          <a:p>
            <a:pPr>
              <a:defRPr sz="1600"/>
            </a:pPr>
            <a:r>
              <a:t>The impact of industrialization and fossil fuel combustion as the primary contributors to the thickening layer of atmospheric pollutants.</a:t>
            </a:r>
          </a:p>
          <a:p>
            <a:pPr>
              <a:defRPr sz="1600"/>
            </a:pPr>
            <a:r>
              <a:t>How deforestation and land-use changes diminish the Earth's natural capacity to sequester carbon, further accelerating the warming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Far-Reaching and Devastating Environmental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Examination of increasingly frequent and severe weather events, including mega-droughts, catastrophic flooding, and intensified hurricane seasons.</a:t>
            </a:r>
          </a:p>
          <a:p>
            <a:pPr>
              <a:defRPr sz="1600"/>
            </a:pPr>
            <a:r>
              <a:t>The rapid melting of glaciers and polar ice sheets, which contributes to rising sea levels that threaten coastal populations and infrastructure worldwide.</a:t>
            </a:r>
          </a:p>
          <a:p>
            <a:pPr>
              <a:defRPr sz="1600"/>
            </a:pPr>
            <a:r>
              <a:t>Disruption of biological rhythms and habitats, forcing species toward extinction as they fail to adapt to rapidly shifting thermal zones and altered food chains.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Science of Climate Tipping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Defining tipping points as critical thresholds where a small change can push a system into a completely different state with irreversible consequences.</a:t>
            </a:r>
          </a:p>
          <a:p>
            <a:pPr>
              <a:defRPr sz="1600"/>
            </a:pPr>
            <a:r>
              <a:t>The vulnerability of the West Antarctic Ice Sheet and the potential for a self-sustaining collapse that would lock in meters of sea-level rise.</a:t>
            </a:r>
          </a:p>
          <a:p>
            <a:pPr>
              <a:defRPr sz="1600"/>
            </a:pPr>
            <a:r>
              <a:t>The risk of the Amazon rainforest transitioning from a lush carbon sink into a dry savanna, fundamentally altering the global hydrological and carbon cycles.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'Doom Loop' and Cascading Systemic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Exploring positive feedback loops, such as permafrost thawing which releases massive amounts of methane, further warming the planet in a self-reinforcing cycle.</a:t>
            </a:r>
          </a:p>
          <a:p>
            <a:pPr>
              <a:defRPr sz="1600"/>
            </a:pPr>
            <a:r>
              <a:t>How the crossing of one tipping point can trigger a 'domino effect,' pushing other Earth systems past their own points of no return simultaneously.</a:t>
            </a:r>
          </a:p>
          <a:p>
            <a:pPr>
              <a:defRPr sz="1600"/>
            </a:pPr>
            <a:r>
              <a:t>The severe socio-economic implications of these feedback loops, including the destabilization of global agriculture, water scarcity, and the resulting human migration crises.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Navigating the Point of No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600"/>
            </a:pPr>
            <a:r>
              <a:t>Reiterating that while Earth is nearing several dangerous thresholds, the window for mitigation remains open through aggressive global intervention.</a:t>
            </a:r>
          </a:p>
          <a:p>
            <a:pPr>
              <a:defRPr sz="1600"/>
            </a:pPr>
            <a:r>
              <a:t>Summarizing the urgent need to decouple economic growth from carbon emissions to prevent the most devastating 'doom loop' scenarios.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